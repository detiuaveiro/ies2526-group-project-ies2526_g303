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93" d="100"/>
          <a:sy n="93" d="100"/>
        </p:scale>
        <p:origin x="10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17" Type="http://schemas.openxmlformats.org/officeDocument/2006/relationships/viewProps" Target="viewProps.xml" /><Relationship Id="rId16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Iteração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–</a:t>
            </a:r>
            <a:r>
              <a:rPr/>
              <a:t> </a:t>
            </a:r>
            <a:r>
              <a:rPr/>
              <a:t>Apresentação</a:t>
            </a:r>
            <a:r>
              <a:rPr/>
              <a:t> </a:t>
            </a:r>
            <a:r>
              <a:rPr/>
              <a:t>do</a:t>
            </a:r>
            <a:r>
              <a:rPr/>
              <a:t> </a:t>
            </a:r>
            <a:r>
              <a:rPr/>
              <a:t>Projeto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1.</a:t>
            </a:r>
            <a:r>
              <a:rPr/>
              <a:t> </a:t>
            </a:r>
            <a:r>
              <a:rPr/>
              <a:t>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 </a:t>
            </a:r>
            <a:r>
              <a:rPr b="1"/>
              <a:t>Smart Home Dashboard</a:t>
            </a:r>
            <a:r>
              <a:rPr/>
              <a:t> é uma plataforma web destinada à monitorização e automação de ambientes domésticos inteligentes. O sistema processa fluxos de dados provenientes de sensores de temperatura, humidade, luz, movimento e consumo energético, permitindo melhorar o conforto, a segurança e a eficiência energética da habitação.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Objetivos desta Iteração</a:t>
            </a:r>
          </a:p>
          <a:p>
            <a:pPr lvl="1"/>
            <a:r>
              <a:rPr/>
              <a:t>Definir o conceito do projeto;</a:t>
            </a:r>
          </a:p>
          <a:p>
            <a:pPr lvl="1"/>
            <a:r>
              <a:rPr/>
              <a:t>Criar o repositório e organizar o workflow Git;</a:t>
            </a:r>
          </a:p>
          <a:p>
            <a:pPr lvl="1"/>
            <a:r>
              <a:rPr/>
              <a:t>Priorizar e documentar User Stories iniciais (8–12 histórias);</a:t>
            </a:r>
          </a:p>
          <a:p>
            <a:pPr lvl="1"/>
            <a:r>
              <a:rPr/>
              <a:t>Configurar ferramentas de gestão do backlog (GitHub Projects);</a:t>
            </a:r>
          </a:p>
          <a:p>
            <a:pPr lvl="1"/>
            <a:r>
              <a:rPr/>
              <a:t>Definir arquitetura base e responsabilidades da equipa.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2.</a:t>
            </a:r>
            <a:r>
              <a:rPr/>
              <a:t> </a:t>
            </a:r>
            <a:r>
              <a:rPr/>
              <a:t>Equipa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 equipa definiu e atribuiu os papéis principais: Team Manager, Product Owner, Architect, DevOps Master e Developers.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NMec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Função</a:t>
                      </a:r>
                      <a:r>
                        <a:rPr/>
                        <a:t> </a:t>
                      </a:r>
                      <a:r>
                        <a:rPr/>
                        <a:t>Principal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Diogo</a:t>
                      </a:r>
                      <a:r>
                        <a:rPr/>
                        <a:t> </a:t>
                      </a:r>
                      <a:r>
                        <a:rPr/>
                        <a:t>Ruivo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126498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Team</a:t>
                      </a:r>
                      <a:r>
                        <a:rPr/>
                        <a:t> </a:t>
                      </a:r>
                      <a:r>
                        <a:rPr/>
                        <a:t>Manager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David</a:t>
                      </a:r>
                      <a:r>
                        <a:rPr/>
                        <a:t> </a:t>
                      </a:r>
                      <a:r>
                        <a:rPr/>
                        <a:t>Cálix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125043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Product</a:t>
                      </a:r>
                      <a:r>
                        <a:rPr/>
                        <a:t> </a:t>
                      </a:r>
                      <a:r>
                        <a:rPr/>
                        <a:t>Owner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Gabriel</a:t>
                      </a:r>
                      <a:r>
                        <a:rPr/>
                        <a:t> </a:t>
                      </a:r>
                      <a:r>
                        <a:rPr/>
                        <a:t>Riquito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126427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Architect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Rodrigo</a:t>
                      </a:r>
                      <a:r>
                        <a:rPr/>
                        <a:t> </a:t>
                      </a:r>
                      <a:r>
                        <a:rPr/>
                        <a:t>Fonseca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124726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DevOps</a:t>
                      </a:r>
                      <a:r>
                        <a:rPr/>
                        <a:t> </a:t>
                      </a:r>
                      <a:r>
                        <a:rPr/>
                        <a:t>Master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3.</a:t>
            </a:r>
            <a:r>
              <a:rPr/>
              <a:t> </a:t>
            </a:r>
            <a:r>
              <a:rPr/>
              <a:t>Decisões</a:t>
            </a:r>
            <a:r>
              <a:rPr/>
              <a:t> </a:t>
            </a:r>
            <a:r>
              <a:rPr/>
              <a:t>da</a:t>
            </a:r>
            <a:r>
              <a:rPr/>
              <a:t> </a:t>
            </a:r>
            <a:r>
              <a:rPr/>
              <a:t>Iteração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 b="1"/>
              <a:t>Escolha do tema</a:t>
            </a:r>
            <a:r>
              <a:rPr/>
              <a:t> O projeto será desenvolvido como </a:t>
            </a:r>
            <a:r>
              <a:rPr b="1"/>
              <a:t>Smart Home Dashboard</a:t>
            </a:r>
            <a:r>
              <a:rPr/>
              <a:t>, focado na monitorização e automação doméstica de temperatura, movimento, luz e consumo energético.</a:t>
            </a:r>
          </a:p>
          <a:p>
            <a:pPr lvl="1">
              <a:buAutoNum type="arabicPeriod"/>
            </a:pPr>
            <a:r>
              <a:rPr b="1"/>
              <a:t>Atribuição de papéis</a:t>
            </a:r>
            <a:r>
              <a:rPr/>
              <a:t> A equipa definiu os papéis principais. Detalhes das responsabilidades individuais encontram-se documentados noutro local.</a:t>
            </a:r>
          </a:p>
          <a:p>
            <a:pPr lvl="1">
              <a:buAutoNum type="arabicPeriod"/>
            </a:pPr>
            <a:r>
              <a:rPr b="1"/>
              <a:t>Fluxo de trabalho do repositório</a:t>
            </a:r>
            <a:r>
              <a:rPr/>
              <a:t> Foi adotado </a:t>
            </a:r>
            <a:r>
              <a:rPr b="1"/>
              <a:t>feature-branching</a:t>
            </a:r>
            <a:r>
              <a:rPr/>
              <a:t>, sem pushes diretos na branch principal (</a:t>
            </a:r>
            <a:r>
              <a:rPr sz="1800">
                <a:latin typeface="Courier"/>
              </a:rPr>
              <a:t>main</a:t>
            </a:r>
            <a:r>
              <a:rPr/>
              <a:t>). Todas as alterações passam primeiro pelo branch </a:t>
            </a:r>
            <a:r>
              <a:rPr sz="1800">
                <a:latin typeface="Courier"/>
              </a:rPr>
              <a:t>develop</a:t>
            </a:r>
            <a:r>
              <a:rPr/>
              <a:t>.</a:t>
            </a:r>
          </a:p>
          <a:p>
            <a:pPr lvl="1">
              <a:buAutoNum type="arabicPeriod"/>
            </a:pPr>
            <a:r>
              <a:rPr b="1"/>
              <a:t>Gestão do backlog e Scrum Board</a:t>
            </a:r>
            <a:r>
              <a:rPr/>
              <a:t> O </a:t>
            </a:r>
            <a:r>
              <a:rPr b="1"/>
              <a:t>GitHub Projects</a:t>
            </a:r>
            <a:r>
              <a:rPr/>
              <a:t> será utilizado para planear sprints, priorizar tarefas e rastrear histórias de utilizador.</a:t>
            </a:r>
          </a:p>
          <a:p>
            <a:pPr lvl="1">
              <a:buAutoNum type="arabicPeriod"/>
            </a:pPr>
            <a:r>
              <a:rPr b="1"/>
              <a:t>Implementação da arquitetura</a:t>
            </a:r>
            <a:r>
              <a:rPr/>
              <a:t> Arquitetura em camadas distribuídas:</a:t>
            </a:r>
          </a:p>
          <a:p>
            <a:pPr lvl="2"/>
            <a:r>
              <a:rPr b="1"/>
              <a:t>Simulator</a:t>
            </a:r>
            <a:r>
              <a:rPr/>
              <a:t>: Geração de dados de sensores virtuais, envio para backend via REST POST.</a:t>
            </a:r>
          </a:p>
          <a:p>
            <a:pPr lvl="2"/>
            <a:r>
              <a:rPr b="1"/>
              <a:t>Backend/API REST</a:t>
            </a:r>
            <a:r>
              <a:rPr/>
              <a:t>: Processamento de dados, geração de alertas, persistência na base de dados e endpoints REST para frontend.</a:t>
            </a:r>
          </a:p>
          <a:p>
            <a:pPr lvl="2"/>
            <a:r>
              <a:rPr b="1"/>
              <a:t>Base de Dados</a:t>
            </a:r>
            <a:r>
              <a:rPr/>
              <a:t>: Armazenamento persistente de sensores, eventos e alertas.</a:t>
            </a:r>
          </a:p>
          <a:p>
            <a:pPr lvl="2"/>
            <a:r>
              <a:rPr b="1"/>
              <a:t>Frontend</a:t>
            </a:r>
            <a:r>
              <a:rPr/>
              <a:t>: Dashboard web para visualização em tempo real, gráficos históricos, alertas e controlo remoto.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4.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Specification</a:t>
            </a:r>
            <a:r>
              <a:rPr/>
              <a:t> </a:t>
            </a:r>
            <a:r>
              <a:rPr/>
              <a:t>Report</a:t>
            </a:r>
            <a:r>
              <a:rPr/>
              <a:t> </a:t>
            </a:r>
            <a:r>
              <a:rPr/>
              <a:t>–</a:t>
            </a:r>
            <a:r>
              <a:rPr/>
              <a:t> </a:t>
            </a:r>
            <a:r>
              <a:rPr/>
              <a:t>Smart</a:t>
            </a:r>
            <a:r>
              <a:rPr/>
              <a:t> </a:t>
            </a:r>
            <a:r>
              <a:rPr/>
              <a:t>Home</a:t>
            </a:r>
            <a:r>
              <a:rPr/>
              <a:t> </a:t>
            </a:r>
            <a:r>
              <a:rPr/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A. Conceito do Produto</a:t>
            </a:r>
          </a:p>
          <a:p>
            <a:pPr lvl="0" marL="0" indent="0">
              <a:buNone/>
            </a:pPr>
            <a:r>
              <a:rPr/>
              <a:t>O sistema permitirá:</a:t>
            </a:r>
          </a:p>
          <a:p>
            <a:pPr lvl="1"/>
            <a:r>
              <a:rPr/>
              <a:t>Monitorização em tempo real das condições ambientais;</a:t>
            </a:r>
          </a:p>
          <a:p>
            <a:pPr lvl="1"/>
            <a:r>
              <a:rPr/>
              <a:t>Controlo remoto de dispositivos (aquecimento e iluminação);</a:t>
            </a:r>
          </a:p>
          <a:p>
            <a:pPr lvl="1"/>
            <a:r>
              <a:rPr/>
              <a:t>Automação baseada em regras;</a:t>
            </a:r>
          </a:p>
          <a:p>
            <a:pPr lvl="1"/>
            <a:r>
              <a:rPr/>
              <a:t>Geração de alertas;</a:t>
            </a:r>
          </a:p>
          <a:p>
            <a:pPr lvl="1"/>
            <a:r>
              <a:rPr/>
              <a:t>Consulta de dados históricos;</a:t>
            </a:r>
          </a:p>
          <a:p>
            <a:pPr lvl="1"/>
            <a:r>
              <a:rPr/>
              <a:t>Exportação de relatórios de consumo energético.</a:t>
            </a:r>
          </a:p>
          <a:p>
            <a:pPr lvl="0" marL="0" indent="0">
              <a:buNone/>
            </a:pPr>
            <a:r>
              <a:rPr/>
              <a:t>O sistema é composto por um </a:t>
            </a:r>
            <a:r>
              <a:rPr b="1"/>
              <a:t>simulador de sensores</a:t>
            </a:r>
            <a:r>
              <a:rPr/>
              <a:t>, </a:t>
            </a:r>
            <a:r>
              <a:rPr b="1"/>
              <a:t>backend com API REST</a:t>
            </a:r>
            <a:r>
              <a:rPr/>
              <a:t>, </a:t>
            </a:r>
            <a:r>
              <a:rPr b="1"/>
              <a:t>base de dados persistente</a:t>
            </a:r>
            <a:r>
              <a:rPr/>
              <a:t> e </a:t>
            </a:r>
            <a:r>
              <a:rPr b="1"/>
              <a:t>dashboard web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B. Personas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1. Programador em Teletrabalho</a:t>
            </a:r>
          </a:p>
          <a:p>
            <a:pPr lvl="0" marL="0" indent="0">
              <a:buNone/>
            </a:pPr>
            <a:r>
              <a:rPr b="1"/>
              <a:t>Objetivos:</a:t>
            </a:r>
          </a:p>
          <a:p>
            <a:pPr lvl="1"/>
            <a:r>
              <a:rPr/>
              <a:t>Garantir conforto térmico no escritório;</a:t>
            </a:r>
          </a:p>
          <a:p>
            <a:pPr lvl="1"/>
            <a:r>
              <a:rPr/>
              <a:t>Controlar dispositivos remotamente;</a:t>
            </a:r>
          </a:p>
          <a:p>
            <a:pPr lvl="1"/>
            <a:r>
              <a:rPr/>
              <a:t>Manter qualidade do ar adequada;</a:t>
            </a:r>
          </a:p>
          <a:p>
            <a:pPr lvl="1"/>
            <a:r>
              <a:rPr/>
              <a:t>Reduzir fadiga ocular.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2. Mãe</a:t>
            </a:r>
          </a:p>
          <a:p>
            <a:pPr lvl="0" marL="0" indent="0">
              <a:buNone/>
            </a:pPr>
            <a:r>
              <a:rPr b="1"/>
              <a:t>Objetivos:</a:t>
            </a:r>
          </a:p>
          <a:p>
            <a:pPr lvl="1"/>
            <a:r>
              <a:rPr/>
              <a:t>Monitorizar conforto térmico do quarto;</a:t>
            </a:r>
          </a:p>
          <a:p>
            <a:pPr lvl="1"/>
            <a:r>
              <a:rPr/>
              <a:t>Receber alertas de movimento durante o sono;</a:t>
            </a:r>
          </a:p>
          <a:p>
            <a:pPr lvl="1"/>
            <a:r>
              <a:rPr/>
              <a:t>Garantir que os sensores estão operacionais;</a:t>
            </a:r>
          </a:p>
          <a:p>
            <a:pPr lvl="1"/>
            <a:r>
              <a:rPr/>
              <a:t>Consultar histórico de eventos.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3. Reformado</a:t>
            </a:r>
          </a:p>
          <a:p>
            <a:pPr lvl="0" marL="0" indent="0">
              <a:buNone/>
            </a:pPr>
            <a:r>
              <a:rPr b="1"/>
              <a:t>Objetivos:</a:t>
            </a:r>
          </a:p>
          <a:p>
            <a:pPr lvl="1"/>
            <a:r>
              <a:rPr/>
              <a:t>Monitorizar consumo energético;</a:t>
            </a:r>
          </a:p>
          <a:p>
            <a:pPr lvl="1"/>
            <a:r>
              <a:rPr/>
              <a:t>Evitar desperdícios;</a:t>
            </a:r>
          </a:p>
          <a:p>
            <a:pPr lvl="1"/>
            <a:r>
              <a:rPr/>
              <a:t>Receber alertas de consumo excessivo;</a:t>
            </a:r>
          </a:p>
          <a:p>
            <a:pPr lvl="1"/>
            <a:r>
              <a:rPr/>
              <a:t>Automatizar iluminação noturna;</a:t>
            </a:r>
          </a:p>
          <a:p>
            <a:pPr lvl="1"/>
            <a:r>
              <a:rPr/>
              <a:t>Exportar relatórios de gastos.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C. Cenários Suportados (User Stories)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User</a:t>
                      </a:r>
                      <a:r>
                        <a:rPr/>
                        <a:t> </a:t>
                      </a:r>
                      <a:r>
                        <a:rPr/>
                        <a:t>Story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Visualizar</a:t>
                      </a:r>
                      <a:r>
                        <a:rPr/>
                        <a:t> </a:t>
                      </a:r>
                      <a:r>
                        <a:rPr/>
                        <a:t>temperatura</a:t>
                      </a:r>
                      <a:r>
                        <a:rPr/>
                        <a:t> </a:t>
                      </a:r>
                      <a:r>
                        <a:rPr/>
                        <a:t>e</a:t>
                      </a:r>
                      <a:r>
                        <a:rPr/>
                        <a:t> </a:t>
                      </a:r>
                      <a:r>
                        <a:rPr/>
                        <a:t>humidade</a:t>
                      </a:r>
                      <a:r>
                        <a:rPr/>
                        <a:t> </a:t>
                      </a:r>
                      <a:r>
                        <a:rPr/>
                        <a:t>do</a:t>
                      </a:r>
                      <a:r>
                        <a:rPr/>
                        <a:t> </a:t>
                      </a:r>
                      <a:r>
                        <a:rPr/>
                        <a:t>escritório</a:t>
                      </a:r>
                      <a:r>
                        <a:rPr/>
                        <a:t> </a:t>
                      </a:r>
                      <a:r>
                        <a:rPr/>
                        <a:t>em</a:t>
                      </a:r>
                      <a:r>
                        <a:rPr/>
                        <a:t> </a:t>
                      </a:r>
                      <a:r>
                        <a:rPr/>
                        <a:t>tempo</a:t>
                      </a:r>
                      <a:r>
                        <a:rPr/>
                        <a:t> </a:t>
                      </a:r>
                      <a:r>
                        <a:rPr/>
                        <a:t>real.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Ligar/desligar</a:t>
                      </a:r>
                      <a:r>
                        <a:rPr/>
                        <a:t> </a:t>
                      </a:r>
                      <a:r>
                        <a:rPr/>
                        <a:t>aquecimento</a:t>
                      </a:r>
                      <a:r>
                        <a:rPr/>
                        <a:t> </a:t>
                      </a:r>
                      <a:r>
                        <a:rPr/>
                        <a:t>e</a:t>
                      </a:r>
                      <a:r>
                        <a:rPr/>
                        <a:t> </a:t>
                      </a:r>
                      <a:r>
                        <a:rPr/>
                        <a:t>luzes</a:t>
                      </a:r>
                      <a:r>
                        <a:rPr/>
                        <a:t> </a:t>
                      </a:r>
                      <a:r>
                        <a:rPr/>
                        <a:t>através</a:t>
                      </a:r>
                      <a:r>
                        <a:rPr/>
                        <a:t> </a:t>
                      </a:r>
                      <a:r>
                        <a:rPr/>
                        <a:t>do</a:t>
                      </a:r>
                      <a:r>
                        <a:rPr/>
                        <a:t> </a:t>
                      </a:r>
                      <a:r>
                        <a:rPr/>
                        <a:t>dashboard.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Receber</a:t>
                      </a:r>
                      <a:r>
                        <a:rPr/>
                        <a:t> </a:t>
                      </a:r>
                      <a:r>
                        <a:rPr/>
                        <a:t>notificação</a:t>
                      </a:r>
                      <a:r>
                        <a:rPr/>
                        <a:t> </a:t>
                      </a:r>
                      <a:r>
                        <a:rPr/>
                        <a:t>se</a:t>
                      </a:r>
                      <a:r>
                        <a:rPr/>
                        <a:t> </a:t>
                      </a:r>
                      <a:r>
                        <a:rPr/>
                        <a:t>a</a:t>
                      </a:r>
                      <a:r>
                        <a:rPr/>
                        <a:t> </a:t>
                      </a:r>
                      <a:r>
                        <a:rPr/>
                        <a:t>humidade</a:t>
                      </a:r>
                      <a:r>
                        <a:rPr/>
                        <a:t> </a:t>
                      </a:r>
                      <a:r>
                        <a:rPr/>
                        <a:t>sair</a:t>
                      </a:r>
                      <a:r>
                        <a:rPr/>
                        <a:t> </a:t>
                      </a:r>
                      <a:r>
                        <a:rPr/>
                        <a:t>dos</a:t>
                      </a:r>
                      <a:r>
                        <a:rPr/>
                        <a:t> </a:t>
                      </a:r>
                      <a:r>
                        <a:rPr/>
                        <a:t>limites</a:t>
                      </a:r>
                      <a:r>
                        <a:rPr/>
                        <a:t> </a:t>
                      </a:r>
                      <a:r>
                        <a:rPr/>
                        <a:t>ideais.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Ajuste</a:t>
                      </a:r>
                      <a:r>
                        <a:rPr/>
                        <a:t> </a:t>
                      </a:r>
                      <a:r>
                        <a:rPr/>
                        <a:t>automático</a:t>
                      </a:r>
                      <a:r>
                        <a:rPr/>
                        <a:t> </a:t>
                      </a:r>
                      <a:r>
                        <a:rPr/>
                        <a:t>da</a:t>
                      </a:r>
                      <a:r>
                        <a:rPr/>
                        <a:t> </a:t>
                      </a:r>
                      <a:r>
                        <a:rPr/>
                        <a:t>intensidade</a:t>
                      </a:r>
                      <a:r>
                        <a:rPr/>
                        <a:t> </a:t>
                      </a:r>
                      <a:r>
                        <a:rPr/>
                        <a:t>das</a:t>
                      </a:r>
                      <a:r>
                        <a:rPr/>
                        <a:t> </a:t>
                      </a:r>
                      <a:r>
                        <a:rPr/>
                        <a:t>luzes</a:t>
                      </a:r>
                      <a:r>
                        <a:rPr/>
                        <a:t> </a:t>
                      </a:r>
                      <a:r>
                        <a:rPr/>
                        <a:t>com</a:t>
                      </a:r>
                      <a:r>
                        <a:rPr/>
                        <a:t> </a:t>
                      </a:r>
                      <a:r>
                        <a:rPr/>
                        <a:t>base</a:t>
                      </a:r>
                      <a:r>
                        <a:rPr/>
                        <a:t> </a:t>
                      </a:r>
                      <a:r>
                        <a:rPr/>
                        <a:t>na</a:t>
                      </a:r>
                      <a:r>
                        <a:rPr/>
                        <a:t> </a:t>
                      </a:r>
                      <a:r>
                        <a:rPr/>
                        <a:t>luz</a:t>
                      </a:r>
                      <a:r>
                        <a:rPr/>
                        <a:t> </a:t>
                      </a:r>
                      <a:r>
                        <a:rPr/>
                        <a:t>natural.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Alerta</a:t>
                      </a:r>
                      <a:r>
                        <a:rPr/>
                        <a:t> </a:t>
                      </a:r>
                      <a:r>
                        <a:rPr/>
                        <a:t>imediato</a:t>
                      </a:r>
                      <a:r>
                        <a:rPr/>
                        <a:t> </a:t>
                      </a: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portal</a:t>
                      </a:r>
                      <a:r>
                        <a:rPr/>
                        <a:t> </a:t>
                      </a:r>
                      <a:r>
                        <a:rPr/>
                        <a:t>se</a:t>
                      </a:r>
                      <a:r>
                        <a:rPr/>
                        <a:t> </a:t>
                      </a:r>
                      <a:r>
                        <a:rPr/>
                        <a:t>for</a:t>
                      </a:r>
                      <a:r>
                        <a:rPr/>
                        <a:t> </a:t>
                      </a:r>
                      <a:r>
                        <a:rPr/>
                        <a:t>detetado</a:t>
                      </a:r>
                      <a:r>
                        <a:rPr/>
                        <a:t> </a:t>
                      </a:r>
                      <a:r>
                        <a:rPr/>
                        <a:t>movimento</a:t>
                      </a:r>
                      <a:r>
                        <a:rPr/>
                        <a:t> </a:t>
                      </a: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quarto</a:t>
                      </a:r>
                      <a:r>
                        <a:rPr/>
                        <a:t> </a:t>
                      </a:r>
                      <a:r>
                        <a:rPr/>
                        <a:t>do</a:t>
                      </a:r>
                      <a:r>
                        <a:rPr/>
                        <a:t> </a:t>
                      </a:r>
                      <a:r>
                        <a:rPr/>
                        <a:t>bebé.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Consultar</a:t>
                      </a:r>
                      <a:r>
                        <a:rPr/>
                        <a:t> </a:t>
                      </a:r>
                      <a:r>
                        <a:rPr/>
                        <a:t>gráficos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temperatura</a:t>
                      </a:r>
                      <a:r>
                        <a:rPr/>
                        <a:t> </a:t>
                      </a:r>
                      <a:r>
                        <a:rPr/>
                        <a:t>das</a:t>
                      </a:r>
                      <a:r>
                        <a:rPr/>
                        <a:t> </a:t>
                      </a:r>
                      <a:r>
                        <a:rPr/>
                        <a:t>últimas</a:t>
                      </a:r>
                      <a:r>
                        <a:rPr/>
                        <a:t> </a:t>
                      </a:r>
                      <a:r>
                        <a:rPr/>
                        <a:t>24</a:t>
                      </a:r>
                      <a:r>
                        <a:rPr/>
                        <a:t> </a:t>
                      </a:r>
                      <a:r>
                        <a:rPr/>
                        <a:t>horas.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Visualizar</a:t>
                      </a:r>
                      <a:r>
                        <a:rPr/>
                        <a:t> </a:t>
                      </a:r>
                      <a:r>
                        <a:rPr/>
                        <a:t>se</a:t>
                      </a:r>
                      <a:r>
                        <a:rPr/>
                        <a:t> </a:t>
                      </a:r>
                      <a:r>
                        <a:rPr/>
                        <a:t>todos</a:t>
                      </a:r>
                      <a:r>
                        <a:rPr/>
                        <a:t> </a:t>
                      </a:r>
                      <a:r>
                        <a:rPr/>
                        <a:t>os</a:t>
                      </a:r>
                      <a:r>
                        <a:rPr/>
                        <a:t> </a:t>
                      </a:r>
                      <a:r>
                        <a:rPr/>
                        <a:t>sensores</a:t>
                      </a:r>
                      <a:r>
                        <a:rPr/>
                        <a:t> </a:t>
                      </a:r>
                      <a:r>
                        <a:rPr/>
                        <a:t>estão</a:t>
                      </a:r>
                      <a:r>
                        <a:rPr/>
                        <a:t> </a:t>
                      </a:r>
                      <a:r>
                        <a:rPr/>
                        <a:t>online.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Aceder</a:t>
                      </a:r>
                      <a:r>
                        <a:rPr/>
                        <a:t> </a:t>
                      </a:r>
                      <a:r>
                        <a:rPr/>
                        <a:t>a</a:t>
                      </a:r>
                      <a:r>
                        <a:rPr/>
                        <a:t> </a:t>
                      </a:r>
                      <a:r>
                        <a:rPr/>
                        <a:t>lista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eventos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luzes</a:t>
                      </a:r>
                      <a:r>
                        <a:rPr/>
                        <a:t> </a:t>
                      </a:r>
                      <a:r>
                        <a:rPr/>
                        <a:t>ou</a:t>
                      </a:r>
                      <a:r>
                        <a:rPr/>
                        <a:t> </a:t>
                      </a:r>
                      <a:r>
                        <a:rPr/>
                        <a:t>movimento.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Visualizar</a:t>
                      </a:r>
                      <a:r>
                        <a:rPr/>
                        <a:t> </a:t>
                      </a:r>
                      <a:r>
                        <a:rPr/>
                        <a:t>consumo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energia</a:t>
                      </a:r>
                      <a:r>
                        <a:rPr/>
                        <a:t> </a:t>
                      </a:r>
                      <a:r>
                        <a:rPr/>
                        <a:t>atual</a:t>
                      </a:r>
                      <a:r>
                        <a:rPr/>
                        <a:t> </a:t>
                      </a:r>
                      <a:r>
                        <a:rPr/>
                        <a:t>por</a:t>
                      </a:r>
                      <a:r>
                        <a:rPr/>
                        <a:t> </a:t>
                      </a:r>
                      <a:r>
                        <a:rPr/>
                        <a:t>divisão.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Acender</a:t>
                      </a:r>
                      <a:r>
                        <a:rPr/>
                        <a:t> </a:t>
                      </a:r>
                      <a:r>
                        <a:rPr/>
                        <a:t>luzes</a:t>
                      </a:r>
                      <a:r>
                        <a:rPr/>
                        <a:t> </a:t>
                      </a:r>
                      <a:r>
                        <a:rPr/>
                        <a:t>do</a:t>
                      </a:r>
                      <a:r>
                        <a:rPr/>
                        <a:t> </a:t>
                      </a:r>
                      <a:r>
                        <a:rPr/>
                        <a:t>corredor</a:t>
                      </a:r>
                      <a:r>
                        <a:rPr/>
                        <a:t> </a:t>
                      </a:r>
                      <a:r>
                        <a:rPr/>
                        <a:t>automaticamente</a:t>
                      </a:r>
                      <a:r>
                        <a:rPr/>
                        <a:t> </a:t>
                      </a:r>
                      <a:r>
                        <a:rPr/>
                        <a:t>se</a:t>
                      </a:r>
                      <a:r>
                        <a:rPr/>
                        <a:t> </a:t>
                      </a:r>
                      <a:r>
                        <a:rPr/>
                        <a:t>detetado</a:t>
                      </a:r>
                      <a:r>
                        <a:rPr/>
                        <a:t> </a:t>
                      </a:r>
                      <a:r>
                        <a:rPr/>
                        <a:t>movimento</a:t>
                      </a:r>
                      <a:r>
                        <a:rPr/>
                        <a:t> </a:t>
                      </a:r>
                      <a:r>
                        <a:rPr/>
                        <a:t>à</a:t>
                      </a:r>
                      <a:r>
                        <a:rPr/>
                        <a:t> </a:t>
                      </a:r>
                      <a:r>
                        <a:rPr/>
                        <a:t>noite.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Alertar</a:t>
                      </a:r>
                      <a:r>
                        <a:rPr/>
                        <a:t> </a:t>
                      </a:r>
                      <a:r>
                        <a:rPr/>
                        <a:t>se</a:t>
                      </a:r>
                      <a:r>
                        <a:rPr/>
                        <a:t> </a:t>
                      </a:r>
                      <a:r>
                        <a:rPr/>
                        <a:t>o</a:t>
                      </a:r>
                      <a:r>
                        <a:rPr/>
                        <a:t> </a:t>
                      </a:r>
                      <a:r>
                        <a:rPr/>
                        <a:t>consumo</a:t>
                      </a:r>
                      <a:r>
                        <a:rPr/>
                        <a:t> </a:t>
                      </a:r>
                      <a:r>
                        <a:rPr/>
                        <a:t>diário</a:t>
                      </a:r>
                      <a:r>
                        <a:rPr/>
                        <a:t> </a:t>
                      </a:r>
                      <a:r>
                        <a:rPr/>
                        <a:t>ultrapassar</a:t>
                      </a:r>
                      <a:r>
                        <a:rPr/>
                        <a:t> </a:t>
                      </a:r>
                      <a:r>
                        <a:rPr/>
                        <a:t>um</a:t>
                      </a:r>
                      <a:r>
                        <a:rPr/>
                        <a:t> </a:t>
                      </a:r>
                      <a:r>
                        <a:rPr/>
                        <a:t>limite</a:t>
                      </a:r>
                      <a:r>
                        <a:rPr/>
                        <a:t> </a:t>
                      </a:r>
                      <a:r>
                        <a:rPr/>
                        <a:t>definido.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Exportar</a:t>
                      </a:r>
                      <a:r>
                        <a:rPr/>
                        <a:t> </a:t>
                      </a:r>
                      <a:r>
                        <a:rPr/>
                        <a:t>relatório</a:t>
                      </a:r>
                      <a:r>
                        <a:rPr/>
                        <a:t> </a:t>
                      </a:r>
                      <a:r>
                        <a:rPr/>
                        <a:t>semanal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gastos</a:t>
                      </a:r>
                      <a:r>
                        <a:rPr/>
                        <a:t> </a:t>
                      </a:r>
                      <a:r>
                        <a:rPr/>
                        <a:t>energéticos.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D. Arquitetura do Sistema</a:t>
            </a:r>
          </a:p>
          <a:p>
            <a:pPr lvl="0" marL="1270000" indent="0">
              <a:buNone/>
            </a:pPr>
            <a:r>
              <a:rPr sz="1800">
                <a:latin typeface="Courier"/>
              </a:rPr>
              <a:t>+------------------------+
|  Simulator             |
|  (Sensores Virtuais)   |
|  - Temperatura         |
|  - Humidade            |
|  - Luz                 |
|  - Movimento           |
|  - Consumo Energético  |
+-----------+------------+
            |
            | Dados dos sensores (REST POST)
            v
+------------------------+       +------------------------+
| Backend / API REST     |  --&gt;  |      Base de Dados     |
| - Processamento        |       | - Histórico de sensores|
| - Regras de negócio    |       | - Alertas e eventos    |
| - Detecção de alertas  |       | - Logs de controlo     |
| - Geração de eventos   |       +------------------------+
+-----------+------------+
            ^
            |
            | Dados para visualização / comandos (REST GET + POST)
            |
+------------------------+
|     Frontend Web       |
|  - Dashboard           |
|  - Gráficos tempo real |
|  - Alertas ativos      |
|  - Controlo remoto     |
+------------------------+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5.</a:t>
            </a:r>
            <a:r>
              <a:rPr/>
              <a:t> </a:t>
            </a:r>
            <a:r>
              <a:rPr/>
              <a:t>Tarefas</a:t>
            </a:r>
            <a:r>
              <a:rPr/>
              <a:t> </a:t>
            </a:r>
            <a:r>
              <a:rPr/>
              <a:t>Concluídas</a:t>
            </a:r>
            <a:r>
              <a:rPr/>
              <a:t> </a:t>
            </a:r>
            <a:r>
              <a:rPr/>
              <a:t>nesta</a:t>
            </a:r>
            <a:r>
              <a:rPr/>
              <a:t> </a:t>
            </a:r>
            <a:r>
              <a:rPr/>
              <a:t>Iteração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Tarefa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Responsável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Estado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Escrita</a:t>
                      </a:r>
                      <a:r>
                        <a:rPr/>
                        <a:t> </a:t>
                      </a:r>
                      <a:r>
                        <a:rPr/>
                        <a:t>e</a:t>
                      </a:r>
                      <a:r>
                        <a:rPr/>
                        <a:t> </a:t>
                      </a:r>
                      <a:r>
                        <a:rPr/>
                        <a:t>priorização</a:t>
                      </a:r>
                      <a:r>
                        <a:rPr/>
                        <a:t> </a:t>
                      </a:r>
                      <a:r>
                        <a:rPr/>
                        <a:t>das</a:t>
                      </a:r>
                      <a:r>
                        <a:rPr/>
                        <a:t> </a:t>
                      </a:r>
                      <a:r>
                        <a:rPr/>
                        <a:t>12</a:t>
                      </a:r>
                      <a:r>
                        <a:rPr/>
                        <a:t> </a:t>
                      </a:r>
                      <a:r>
                        <a:rPr/>
                        <a:t>User</a:t>
                      </a:r>
                      <a:r>
                        <a:rPr/>
                        <a:t> </a:t>
                      </a:r>
                      <a:r>
                        <a:rPr/>
                        <a:t>Stories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David</a:t>
                      </a:r>
                      <a:r>
                        <a:rPr/>
                        <a:t> </a:t>
                      </a:r>
                      <a:r>
                        <a:rPr/>
                        <a:t>Cálix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Concluído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Setup</a:t>
                      </a:r>
                      <a:r>
                        <a:rPr/>
                        <a:t> </a:t>
                      </a:r>
                      <a:r>
                        <a:rPr/>
                        <a:t>do</a:t>
                      </a:r>
                      <a:r>
                        <a:rPr/>
                        <a:t> </a:t>
                      </a:r>
                      <a:r>
                        <a:rPr/>
                        <a:t>Repositório,</a:t>
                      </a:r>
                      <a:r>
                        <a:rPr/>
                        <a:t> </a:t>
                      </a:r>
                      <a:r>
                        <a:rPr/>
                        <a:t>Kanban</a:t>
                      </a:r>
                      <a:r>
                        <a:rPr/>
                        <a:t> </a:t>
                      </a:r>
                      <a:r>
                        <a:rPr/>
                        <a:t>Board</a:t>
                      </a:r>
                      <a:r>
                        <a:rPr/>
                        <a:t> </a:t>
                      </a:r>
                      <a:r>
                        <a:rPr/>
                        <a:t>e</a:t>
                      </a:r>
                      <a:r>
                        <a:rPr/>
                        <a:t> </a:t>
                      </a:r>
                      <a:r>
                        <a:rPr/>
                        <a:t>realização</a:t>
                      </a:r>
                      <a:r>
                        <a:rPr/>
                        <a:t> </a:t>
                      </a:r>
                      <a:r>
                        <a:rPr/>
                        <a:t>da</a:t>
                      </a:r>
                      <a:r>
                        <a:rPr/>
                        <a:t> </a:t>
                      </a:r>
                      <a:r>
                        <a:rPr/>
                        <a:t>Ata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Reunião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Diogo</a:t>
                      </a:r>
                      <a:r>
                        <a:rPr/>
                        <a:t> </a:t>
                      </a:r>
                      <a:r>
                        <a:rPr/>
                        <a:t>Ruivo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Concluído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Definição</a:t>
                      </a:r>
                      <a:r>
                        <a:rPr/>
                        <a:t> </a:t>
                      </a:r>
                      <a:r>
                        <a:rPr/>
                        <a:t>da</a:t>
                      </a:r>
                      <a:r>
                        <a:rPr/>
                        <a:t> </a:t>
                      </a:r>
                      <a:r>
                        <a:rPr/>
                        <a:t>arquitetura</a:t>
                      </a:r>
                      <a:r>
                        <a:rPr/>
                        <a:t> </a:t>
                      </a:r>
                      <a:r>
                        <a:rPr/>
                        <a:t>base</a:t>
                      </a:r>
                      <a:r>
                        <a:rPr/>
                        <a:t> </a:t>
                      </a:r>
                      <a:r>
                        <a:rPr/>
                        <a:t>(Backend/Frontend)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Gabriel</a:t>
                      </a:r>
                      <a:r>
                        <a:rPr/>
                        <a:t> </a:t>
                      </a:r>
                      <a:r>
                        <a:rPr/>
                        <a:t>Riquito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Concluído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Workflow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Git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Rodrigo</a:t>
                      </a:r>
                      <a:r>
                        <a:rPr/>
                        <a:t> </a:t>
                      </a:r>
                      <a:r>
                        <a:rPr/>
                        <a:t>Fonseca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Concluído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6.</a:t>
            </a:r>
            <a:r>
              <a:rPr/>
              <a:t> </a:t>
            </a:r>
            <a:r>
              <a:rPr/>
              <a:t>Documentos</a:t>
            </a:r>
            <a:r>
              <a:rPr/>
              <a:t> </a:t>
            </a:r>
            <a:r>
              <a:rPr/>
              <a:t>de</a:t>
            </a:r>
            <a:r>
              <a:rPr/>
              <a:t> </a:t>
            </a:r>
            <a:r>
              <a:rPr/>
              <a:t>Apoio</a:t>
            </a:r>
            <a:r>
              <a:rPr/>
              <a:t> </a:t>
            </a:r>
            <a:r>
              <a:rPr/>
              <a:t>e</a:t>
            </a:r>
            <a:r>
              <a:rPr/>
              <a:t> </a:t>
            </a:r>
            <a:r>
              <a:rPr/>
              <a:t>Planeamento</a:t>
            </a:r>
            <a:r>
              <a:rPr/>
              <a:t> </a:t>
            </a:r>
            <a:r>
              <a:rPr/>
              <a:t>da</a:t>
            </a:r>
            <a:r>
              <a:rPr/>
              <a:t> </a:t>
            </a:r>
            <a:r>
              <a:rPr/>
              <a:t>Próxima</a:t>
            </a:r>
            <a:r>
              <a:rPr/>
              <a:t> </a:t>
            </a:r>
            <a:r>
              <a:rPr/>
              <a:t>Iteração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Nesta Iteração 1 foram apresentados:</a:t>
            </a:r>
          </a:p>
          <a:p>
            <a:pPr lvl="1"/>
            <a:r>
              <a:rPr b="1"/>
              <a:t>Ata de Reunião</a:t>
            </a:r>
            <a:r>
              <a:rPr/>
              <a:t>: documentação da primeira reunião com decisões, atribuição de papéis e definição do conceito do projeto.</a:t>
            </a:r>
          </a:p>
          <a:p>
            <a:pPr lvl="1"/>
            <a:r>
              <a:rPr b="1"/>
              <a:t>Iteração do Backlog Atual</a:t>
            </a:r>
            <a:r>
              <a:rPr/>
              <a:t>: todas as 12 User Stories definidas e priorizadas (US1–US12).</a:t>
            </a:r>
          </a:p>
          <a:p>
            <a:pPr lvl="1"/>
            <a:r>
              <a:rPr b="1"/>
              <a:t>Lista de Problemas</a:t>
            </a:r>
            <a:r>
              <a:rPr/>
              <a:t>: poucas alterações e problemas surgidos, dada a fase inicial do projeto.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Planeamento para a Iteração 2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Iteração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Foco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Resultados</a:t>
                      </a:r>
                      <a:r>
                        <a:rPr/>
                        <a:t> </a:t>
                      </a:r>
                      <a:r>
                        <a:rPr/>
                        <a:t>Esperados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0.2.*</a:t>
                      </a:r>
                      <a:r>
                        <a:rPr/>
                        <a:t> </a:t>
                      </a:r>
                      <a:r>
                        <a:rPr/>
                        <a:t>Definir</a:t>
                      </a:r>
                      <a:r>
                        <a:rPr/>
                        <a:t> </a:t>
                      </a:r>
                      <a:r>
                        <a:rPr/>
                        <a:t>a</a:t>
                      </a:r>
                      <a:r>
                        <a:rPr/>
                        <a:t> </a:t>
                      </a:r>
                      <a:r>
                        <a:rPr/>
                        <a:t>arquitetura</a:t>
                      </a:r>
                      <a:r>
                        <a:rPr/>
                        <a:t> </a:t>
                      </a:r>
                      <a:r>
                        <a:rPr/>
                        <a:t>do</a:t>
                      </a:r>
                      <a:r>
                        <a:rPr/>
                        <a:t> </a:t>
                      </a:r>
                      <a:r>
                        <a:rPr/>
                        <a:t>produto</a:t>
                      </a:r>
                      <a:r>
                        <a:rPr/>
                        <a:t> </a:t>
                      </a:r>
                      <a:r>
                        <a:rPr/>
                        <a:t>e</a:t>
                      </a:r>
                      <a:r>
                        <a:rPr/>
                        <a:t> </a:t>
                      </a:r>
                      <a:r>
                        <a:rPr/>
                        <a:t>pré-visualização</a:t>
                      </a:r>
                      <a:r>
                        <a:rPr/>
                        <a:t> </a:t>
                      </a:r>
                      <a:r>
                        <a:rPr/>
                        <a:t>UX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Draft</a:t>
                      </a:r>
                      <a:r>
                        <a:rPr/>
                        <a:t> </a:t>
                      </a:r>
                      <a:r>
                        <a:rPr/>
                        <a:t>do</a:t>
                      </a:r>
                      <a:r>
                        <a:rPr/>
                        <a:t> </a:t>
                      </a:r>
                      <a:r>
                        <a:rPr/>
                        <a:t>Project</a:t>
                      </a:r>
                      <a:r>
                        <a:rPr/>
                        <a:t> </a:t>
                      </a:r>
                      <a:r>
                        <a:rPr/>
                        <a:t>Specification</a:t>
                      </a:r>
                      <a:r>
                        <a:rPr/>
                        <a:t> </a:t>
                      </a:r>
                      <a:r>
                        <a:rPr/>
                        <a:t>Report</a:t>
                      </a:r>
                      <a:r>
                        <a:rPr/>
                        <a:t> </a:t>
                      </a:r>
                      <a:r>
                        <a:rPr/>
                        <a:t>incluindo</a:t>
                      </a:r>
                      <a:r>
                        <a:rPr/>
                        <a:t> </a:t>
                      </a:r>
                      <a:r>
                        <a:rPr/>
                        <a:t>a</a:t>
                      </a:r>
                      <a:r>
                        <a:rPr/>
                        <a:t> </a:t>
                      </a:r>
                      <a:r>
                        <a:rPr/>
                        <a:t>parte</a:t>
                      </a:r>
                      <a:r>
                        <a:rPr/>
                        <a:t> </a:t>
                      </a:r>
                      <a:r>
                        <a:rPr/>
                        <a:t>do</a:t>
                      </a:r>
                      <a:r>
                        <a:rPr/>
                        <a:t> </a:t>
                      </a:r>
                      <a:r>
                        <a:rPr/>
                        <a:t>Architecture</a:t>
                      </a:r>
                      <a:r>
                        <a:rPr/>
                        <a:t> </a:t>
                      </a:r>
                      <a:r>
                        <a:rPr/>
                        <a:t>Notebook.</a:t>
                      </a:r>
                      <a:r>
                        <a:rPr/>
                        <a:t>Protótipos</a:t>
                      </a:r>
                      <a:r>
                        <a:rPr/>
                        <a:t> </a:t>
                      </a:r>
                      <a:r>
                        <a:rPr/>
                        <a:t>iniciais</a:t>
                      </a:r>
                      <a:r>
                        <a:rPr/>
                        <a:t> </a:t>
                      </a:r>
                      <a:r>
                        <a:rPr/>
                        <a:t>para</a:t>
                      </a:r>
                      <a:r>
                        <a:rPr/>
                        <a:t> </a:t>
                      </a:r>
                      <a:r>
                        <a:rPr/>
                        <a:t>as</a:t>
                      </a:r>
                      <a:r>
                        <a:rPr/>
                        <a:t> </a:t>
                      </a:r>
                      <a:r>
                        <a:rPr/>
                        <a:t>histórias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utilizador</a:t>
                      </a:r>
                      <a:r>
                        <a:rPr/>
                        <a:t> </a:t>
                      </a:r>
                      <a:r>
                        <a:rPr/>
                        <a:t>principais,</a:t>
                      </a:r>
                      <a:r>
                        <a:rPr/>
                        <a:t> </a:t>
                      </a:r>
                      <a:r>
                        <a:rPr/>
                        <a:t>consistindo</a:t>
                      </a:r>
                      <a:r>
                        <a:rPr/>
                        <a:t> </a:t>
                      </a:r>
                      <a:r>
                        <a:rPr/>
                        <a:t>em</a:t>
                      </a:r>
                      <a:r>
                        <a:rPr/>
                        <a:t> </a:t>
                      </a:r>
                      <a:r>
                        <a:rPr/>
                        <a:t>versões</a:t>
                      </a:r>
                      <a:r>
                        <a:rPr/>
                        <a:t> </a:t>
                      </a:r>
                      <a:r>
                        <a:rPr b="1"/>
                        <a:t>estáticas</a:t>
                      </a:r>
                      <a:r>
                        <a:rPr/>
                        <a:t> </a:t>
                      </a:r>
                      <a:r>
                        <a:rPr/>
                        <a:t>das</a:t>
                      </a:r>
                      <a:r>
                        <a:rPr/>
                        <a:t> </a:t>
                      </a:r>
                      <a:r>
                        <a:rPr/>
                        <a:t>páginas</a:t>
                      </a:r>
                      <a:r>
                        <a:rPr/>
                        <a:t> </a:t>
                      </a:r>
                      <a:r>
                        <a:rPr/>
                        <a:t>web</a:t>
                      </a:r>
                      <a:r>
                        <a:rPr/>
                        <a:t> </a:t>
                      </a:r>
                      <a:r>
                        <a:rPr/>
                        <a:t>já</a:t>
                      </a:r>
                      <a:r>
                        <a:rPr/>
                        <a:t> </a:t>
                      </a:r>
                      <a:r>
                        <a:rPr/>
                        <a:t>implementadas</a:t>
                      </a:r>
                      <a:r>
                        <a:rPr/>
                        <a:t> </a:t>
                      </a:r>
                      <a:r>
                        <a:rPr/>
                        <a:t>com</a:t>
                      </a:r>
                      <a:r>
                        <a:rPr/>
                        <a:t> </a:t>
                      </a:r>
                      <a:r>
                        <a:rPr/>
                        <a:t>as</a:t>
                      </a:r>
                      <a:r>
                        <a:rPr/>
                        <a:t> </a:t>
                      </a:r>
                      <a:r>
                        <a:rPr/>
                        <a:t>tecnologias</a:t>
                      </a:r>
                      <a:r>
                        <a:rPr/>
                        <a:t> </a:t>
                      </a:r>
                      <a:r>
                        <a:rPr/>
                        <a:t>alvo,</a:t>
                      </a:r>
                      <a:r>
                        <a:rPr/>
                        <a:t> </a:t>
                      </a:r>
                      <a:r>
                        <a:rPr/>
                        <a:t>ou</a:t>
                      </a:r>
                      <a:r>
                        <a:rPr/>
                        <a:t> </a:t>
                      </a:r>
                      <a:r>
                        <a:rPr b="1"/>
                        <a:t>mockups</a:t>
                      </a:r>
                      <a:r>
                        <a:rPr/>
                        <a:t> </a:t>
                      </a:r>
                      <a:r>
                        <a:rPr/>
                        <a:t>caso</a:t>
                      </a:r>
                      <a:r>
                        <a:rPr/>
                        <a:t> </a:t>
                      </a:r>
                      <a:r>
                        <a:rPr/>
                        <a:t>não</a:t>
                      </a:r>
                      <a:r>
                        <a:rPr/>
                        <a:t> </a:t>
                      </a:r>
                      <a:r>
                        <a:rPr/>
                        <a:t>seja</a:t>
                      </a:r>
                      <a:r>
                        <a:rPr/>
                        <a:t> </a:t>
                      </a:r>
                      <a:r>
                        <a:rPr/>
                        <a:t>possível</a:t>
                      </a:r>
                      <a:r>
                        <a:rPr/>
                        <a:t> </a:t>
                      </a:r>
                      <a:r>
                        <a:rPr/>
                        <a:t>implementar.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1270000" indent="0">
              <a:buNone/>
            </a:pPr>
            <a:r>
              <a:rPr sz="2000"/>
              <a:t>Nota: As tarefas da Iteração 2 incluem começar a formalizar a arquitetura do projeto, criar protótipos das principais funcionalidades (estáticos) e detalhar a especificação do projeto.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</Words>
  <Application>Microsoft Office PowerPoint</Application>
  <PresentationFormat>On-screen Show (4:3)</PresentationFormat>
  <Paragraphs>10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Title</vt:lpstr>
      <vt:lpstr>Slide Title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2026-03-04T18:22:37Z</dcterms:created>
  <dcterms:modified xsi:type="dcterms:W3CDTF">2026-03-04T18:22:37Z</dcterms:modified>
</cp:coreProperties>
</file>